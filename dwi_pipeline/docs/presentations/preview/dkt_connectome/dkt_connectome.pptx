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DKT Connectome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BIDS App for lesion-aware structural connectomics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Greyed steps are optional — they run only when their inputs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332"/>
                </a:solidFill>
                <a:latin typeface="Arial"/>
              </a:rPr>
              <a:t>BIDS  dwi/ + anat/T1w  (optional fmap/, lesion mask)   →   dkt_connectome.csv, 78 x 78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5856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24963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QSIPrep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Motion, eddy, distortion correction, T1w–DWI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44951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Step 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39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6B7280"/>
                </a:solidFill>
                <a:latin typeface="Arial"/>
              </a:rPr>
              <a:t>Inpaint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35808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Fill lesion on T1w before 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353872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Recon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57015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FreeSurfer or FastSurfer surfaces + DKT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39" y="405993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QSIRecon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078223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SS3T-CSD fibre orientations, ACT-HSVS tractography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0857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39" y="4581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Connectome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599431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Warp labels to tractography grid, count streamlines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2978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Step 4.5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39" y="51023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6B7280"/>
                </a:solidFill>
                <a:latin typeface="Arial"/>
              </a:rPr>
              <a:t>Disconnectome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20640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Quantify connectivity lost to the lesion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509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39" y="5623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Node 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641848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Graph metrics and ENIGMA-style clinical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Defaults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Snakemake engine · ./run locally · submit.sh on HPC · overridable per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Study-agnostic — any BIDS DWI + T1w cohort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659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023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5000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5117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Parcellation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5117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DKT, 78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51176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Available from both recon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916936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266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Tractography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02666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ACT-HSVS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026664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Anatomical priors from surfaces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92424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021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Edge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50215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Streamline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02152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Simple, widely reported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867911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Distortion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97763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Measured fieldmap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77639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Explicit --syn or --no-sdc otherwise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343399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53127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Lesion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45312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Auto-detected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453127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From BIDS lesion mask sidecar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818887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Optional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Each is a separate concern, skipped by default unless its input is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Optional does not mean secondary — these carry the lesion-aware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5FB4"/>
                </a:solidFill>
                <a:latin typeface="Arial"/>
              </a:rPr>
              <a:t>Step 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332"/>
                </a:solidFill>
                <a:latin typeface="Arial"/>
              </a:rPr>
              <a:t>Inpainting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16352"/>
            <a:ext cx="3179978" cy="182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Recon tools assume healthy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Diffusion model fills the cavity on T1w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7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Auto when a lesion mask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0016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Diffusion data left untouched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1965960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5FB4"/>
                </a:solidFill>
                <a:latin typeface="Arial"/>
              </a:rPr>
              <a:t>Step 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304288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332"/>
                </a:solidFill>
                <a:latin typeface="Arial"/>
              </a:rPr>
              <a:t>Disconnectome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5858" y="2816352"/>
            <a:ext cx="3179978" cy="182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858" y="2999232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How much connectivity the lesion 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858" y="3566160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Excise voxels or drop streamlines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4133087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Opt-in with --disconnection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858" y="4700016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Primary connectome unchanged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3036" y="1965960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5FB4"/>
                </a:solidFill>
                <a:latin typeface="Arial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3036" y="2304288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332"/>
                </a:solidFill>
                <a:latin typeface="Arial"/>
              </a:rPr>
              <a:t>Node strength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3036" y="2816352"/>
            <a:ext cx="3179978" cy="182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3036" y="2999232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Per-region strength and asymmetry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3566160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ENIGMA figures and report.pdf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4133087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Runs once a connectome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4700016"/>
            <a:ext cx="31799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Separate container and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TBI participant — lesion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Manual mask, right frontal · neuroLIT inpainting before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Inpainting rewrites only the masked voxels — recon then runs on near-normal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2332"/>
                </a:solidFill>
                <a:latin typeface="Arial"/>
              </a:rPr>
              <a:t>18.2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8658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lesion (core + oedema)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2332"/>
                </a:solidFill>
                <a:latin typeface="Arial"/>
              </a:rPr>
              <a:t>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of lesion in right hemisphere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2332"/>
                </a:solidFill>
                <a:latin typeface="Arial"/>
              </a:rPr>
              <a:t>r = 0.996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2394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T1w intact outside lesion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2332"/>
                </a:solidFill>
                <a:latin typeface="Arial"/>
              </a:rPr>
              <a:t>78 x 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926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DKT nodes, none empty</a:t>
            </a:r>
          </a:p>
        </p:txBody>
      </p:sp>
      <p:pic>
        <p:nvPicPr>
          <p:cNvPr id="15" name="Picture 14" descr="fig-in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965960"/>
            <a:ext cx="7069618" cy="37490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9080" y="5843016"/>
            <a:ext cx="725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Step 1.5 — axial T1w, lesion outlined and ringed in blue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TBI participant — node strength where the lesion lands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DKT regions ranked by lesion load, with the node strength and asymmetry of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Edge level is where the lesion shows: 1,062 of 2,897 edges weakened, 2 lost entirely, 2.9% of streamline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6596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Lesion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Lesion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9659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L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659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R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96596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Str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96596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Vol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5000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511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Lateral orbitofrontal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5117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5117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21.8%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55117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116,411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55117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113,107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551176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+0.014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551176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−0.014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871215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8094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Middle temporal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980944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980944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98094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250,161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98094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275,536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80944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−0.048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2980944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+0.043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300983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41071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Pars orbitalis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410711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410711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5.8%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410711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61,889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410711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62,103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410711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3410711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3730751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84047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Insula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384047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84047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5.1%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840479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109,650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840479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109,316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840479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+0.002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3840479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+0.008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4160519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27024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Pars triangularis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270247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4270247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4.9%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270247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91,530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270247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135,264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270247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−0.193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4270247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−0.111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" y="4590287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4700015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Superior temporal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4700015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4700015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4.2%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4700015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232,350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4700015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262,319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20" y="4700015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−0.061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4700015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+0.014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020055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276087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Lesion load = share of the region's voxels inside the mask. The lesion touches 16 of the 78 DKT regions; these are the six largest.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5550407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Strength = streamlines on all edges touching the node. AI = (L − R)/(L + R), so a negative value means the right side is stronger.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5824727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The most damaged region is hit on both sides, so its AI stays near zero — asymmetry on its own is not a lesion detector.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Documentation, code, and upstream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96596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5000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5117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55117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dkt-connectome.readthedocs.io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916936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Pipeline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02666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github.com/phindagijimana/dkt_connectome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392424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0215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Node 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50215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github.com/phindagijimana/dwi-AI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67911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Inpainting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977639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github.com/Deep-MI/lit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343399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Upstream engines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453127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qsiprep.readthedocs.io  ·  qsirecon.readthedocs.io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818887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28615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28615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phindagiji@gmail.com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294375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