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AutoHS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BIDS App for automated hippocampal sclerosis screening from T1w MRI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332"/>
                </a:solidFill>
                <a:latin typeface="Arial"/>
              </a:rPr>
              <a:t>BIDS  anat/T1w   →   per-subject HS report (PDF + JSON), BIDS-compliant derivatives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25856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2374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4963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14600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FreeSurfer or FastSurfer — cortical parcellation + subcortical aseg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1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39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Extract volumes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35808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Left- and right-hippocampus mm³ from FreeSurfer aseg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59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39" y="353872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Asymmetry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557015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AI = (L − R) / (L + R)   —   direction and magnitude of hippocampal asymmetry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8736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405993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78223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Compare AI against published HS thresholds (IDEAS-derived, per-side)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0857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A5FB4"/>
                </a:solidFill>
                <a:latin typeface="Arial"/>
              </a:rP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39" y="4581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2332"/>
                </a:solidFill>
                <a:latin typeface="Arial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599431"/>
            <a:ext cx="7025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80"/>
                </a:solidFill>
                <a:latin typeface="Arial"/>
              </a:rPr>
              <a:t>PDF + JSON, BIDS derivative layout, ready for review or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MIT-licensed BIDS App · runs Docker or Apptainer · single T1w per subject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Defaults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Threshold-based classifier, no model to train, no reference cohort required at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3774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965960"/>
            <a:ext cx="4023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659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50008"/>
            <a:ext cx="10454335" cy="10972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51176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51176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FastSurfer (default) or FreeSurfer 7.4.1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51176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Deep-learning speed with recon-all option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16936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Volume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26664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aseg — Left-/Right-Hippocampus (labels 17, 53)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026664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Robust, well-validated in vivo hippocampus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392424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Asymmetry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02152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AI = (L − R) / (L + 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502152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Standard laterality index, dimensionless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867911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Laterality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77639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±0.05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77639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Reports Left/Right/Symmetric for the AI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343399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53127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HS thresholds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53127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Left HS: AI &lt; -0.0708   ·   Right HS: AI &gt; 0.0469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45312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Derived on IDEAS cohort — validated on epilepsy surgical patients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818887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28615"/>
            <a:ext cx="2377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2332"/>
                </a:solidFill>
                <a:latin typeface="Arial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928615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report.json + report.pdf + summary.txt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928615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Arial"/>
              </a:rPr>
              <a:t>Machine-readable metrics plus a clinical PDF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294375"/>
            <a:ext cx="10454335" cy="1097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One knob per user: --fastsurfer (default) or --freesurfer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332"/>
                </a:solidFill>
                <a:latin typeface="Arial"/>
              </a:rPr>
              <a:t>Sample subject — sub-001, IDEAS BIDS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35024"/>
            <a:ext cx="777240" cy="32004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Arial"/>
              </a:rPr>
              <a:t>T1w with left (red) and right (blue) hippocampus overlays · AutoHS auto-classified as No 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332"/>
                </a:solidFill>
                <a:latin typeface="Arial"/>
              </a:rPr>
              <a:t>5212 mm³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8658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left hippocampus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332"/>
                </a:solidFill>
                <a:latin typeface="Arial"/>
              </a:rPr>
              <a:t>5550 mm³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right hippocampus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332"/>
                </a:solidFill>
                <a:latin typeface="Arial"/>
              </a:rPr>
              <a:t>AI = -0.031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2394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laterality: Symmetric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332"/>
                </a:solidFill>
                <a:latin typeface="Arial"/>
              </a:rPr>
              <a:t>Balanced (No 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9262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Arial"/>
              </a:rPr>
              <a:t>HS classification</a:t>
            </a:r>
          </a:p>
        </p:txBody>
      </p:sp>
      <p:pic>
        <p:nvPicPr>
          <p:cNvPr id="13" name="Picture 12" descr="fig-hippo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5438811" cy="3749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51960" y="5843016"/>
            <a:ext cx="707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Coronal T1w slice through the largest hippocampal cross-section; overlay from aparc+aseg.mgz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44768"/>
            <a:ext cx="9539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|AI|=0.031 is inside both HS thresholds (L=0.071, R=0.047) — subject flagged as balanced/no 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1447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